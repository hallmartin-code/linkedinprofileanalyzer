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Stage: Seed round, lead investor TBD.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 Robotics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Autonomous warehouse robots for mid-market retail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Warehouse labor costs up 30% YoY; 40% turnover.</a:t>
            </a:r>
          </a:p>
          <a:p>
            <a:r>
              <a:t>Solution: Plug-and-play robots cut picking costs by 50%.</a:t>
            </a:r>
          </a:p>
          <a:p>
            <a:r>
              <a:t>Market: TAM $12B, SAM $3B, SOM $250M.</a:t>
            </a:r>
          </a:p>
          <a:p>
            <a:r>
              <a:t>Business model: Robotics-as-a-service, $2k/robot/month.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Traction, Team &amp;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Traction: $1.2M ARR, 15 customers, 200% YoY growth.</a:t>
            </a:r>
          </a:p>
          <a:p>
            <a:r>
              <a:t>Customers: BigBox, ShipFast, WareCo.</a:t>
            </a:r>
          </a:p>
          <a:p>
            <a:r>
              <a:t>Team: Jane Doe, CEO, ex-Amazon Robotics. John Smith, CTO, MIT PhD.</a:t>
            </a:r>
          </a:p>
          <a:p>
            <a:r>
              <a:t>Competitive edge: Proprietary vision stack, 3 patents filed.</a:t>
            </a:r>
          </a:p>
          <a:p>
            <a:r>
              <a:t>Ask: Raising $5M seed. Use of funds: engineering, sales, ops.</a:t>
            </a:r>
          </a:p>
          <a:p>
            <a:r>
              <a:t>Contact: jane@acmerobotics.com, acmerobotics.com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